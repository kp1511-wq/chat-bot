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35" autoAdjust="0"/>
  </p:normalViewPr>
  <p:slideViewPr>
    <p:cSldViewPr snapToGrid="0" snapToObjects="1">
      <p:cViewPr varScale="1">
        <p:scale>
          <a:sx n="73" d="100"/>
          <a:sy n="73" d="100"/>
        </p:scale>
        <p:origin x="104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131347"/>
            <a:ext cx="5486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D</a:t>
            </a:r>
            <a:r>
              <a:rPr lang="en-IN" dirty="0"/>
              <a:t>ATA CHAT AGENT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51560" y="252274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717180"/>
                </a:solidFill>
                <a:latin typeface="Calibri"/>
              </a:defRPr>
            </a:pPr>
            <a:r>
              <a:rPr dirty="0"/>
              <a:t>Talk to any dataset in plain English.</a:t>
            </a:r>
            <a:br>
              <a:rPr dirty="0"/>
            </a:br>
            <a:r>
              <a:rPr dirty="0"/>
              <a:t>Get answers, charts, and insights — instantly.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760" y="3704503"/>
            <a:ext cx="3200400" cy="15240"/>
          </a:xfrm>
          <a:prstGeom prst="rect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1080" y="38042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dirty="0"/>
              <a:t>Python  ·  </a:t>
            </a:r>
            <a:r>
              <a:rPr dirty="0" err="1"/>
              <a:t>FastAPI</a:t>
            </a:r>
            <a:r>
              <a:rPr dirty="0"/>
              <a:t>  ·  Next.js  ·  Google Gemini  ·  Vega-Lite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760720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lang="en-IN" dirty="0"/>
              <a:t>P KRISHNA PRASAD</a:t>
            </a:r>
          </a:p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dirty="0"/>
              <a:t>Project Demo  —  March 2026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An AI chatbot that lets you upload any CSV or Excel file and explore it using natural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200400"/>
            <a:ext cx="54864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80160" y="371246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3657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Upload your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977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Drop in any .csv or .xlsx — schema and column types are detected automatically.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458114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4526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Ask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"Show top 5 by price"  ·  "Plot average salary by dept"  ·  "How many per category?"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44982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5394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Get answers +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715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The agent writes SQL, runs it, and returns text summaries or interactive Vega-Lite charts.</a:t>
            </a:r>
          </a:p>
        </p:txBody>
      </p:sp>
      <p:pic>
        <p:nvPicPr>
          <p:cNvPr id="14" name="Picture 13" descr="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836" y="1386840"/>
            <a:ext cx="4470574" cy="4470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The </a:t>
            </a:r>
            <a:r>
              <a:rPr lang="en-IN" sz="2400" dirty="0"/>
              <a:t>Problem</a:t>
            </a:r>
            <a:endParaRPr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Calibri"/>
              </a:defRPr>
            </a:pPr>
            <a:r>
              <a:t>Business users have data but not the skills to explore it.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98094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People depend on analysts for every ad-hoc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A simple "how many X by Y" can take hours when you need someone else to write the query.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403250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3977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Dashboards are rigid — they can't answer new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Pre-built BI tools only cover known questions. Anything new requires a ticket and a wait.</a:t>
            </a:r>
          </a:p>
        </p:txBody>
      </p:sp>
      <p:sp>
        <p:nvSpPr>
          <p:cNvPr id="10" name="Oval 9"/>
          <p:cNvSpPr/>
          <p:nvPr/>
        </p:nvSpPr>
        <p:spPr>
          <a:xfrm>
            <a:off x="1280160" y="508406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Most tools are tied to one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Switching to a new file means rebuilding schemas, queries, and visualizations from scratch.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Calibri"/>
              </a:defRPr>
            </a:pPr>
            <a:r>
              <a:t>Five steps from file to insight.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560320"/>
            <a:ext cx="96012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36BF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CSV or Excel file</a:t>
            </a:r>
            <a:br/>
            <a:r>
              <a:t>via the sidebar.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36BF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840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Auto-create SQLite</a:t>
            </a:r>
            <a:br/>
            <a:r>
              <a:t>table and metadata.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36BF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840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Type a question in</a:t>
            </a:r>
            <a:br/>
            <a:r>
              <a:t>plain English.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36BF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840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Gemini picks the tool</a:t>
            </a:r>
            <a:br/>
            <a:r>
              <a:t>and generates SQL.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36BF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Respond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840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7180"/>
                </a:solidFill>
                <a:latin typeface="Calibri"/>
              </a:defRPr>
            </a:pPr>
            <a:r>
              <a:t>Text summary or</a:t>
            </a:r>
            <a:br/>
            <a:r>
              <a:t>interactive chart.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Calibri"/>
              </a:defRPr>
            </a:pPr>
            <a:r>
              <a:t>Four components, loosely coupled.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822960"/>
            <a:ext cx="5029200" cy="50292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280160" y="279806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6192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Next.js 14, React, Tailwind CSS, Vega-Lite charts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343814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36192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383280"/>
            <a:ext cx="3611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, Python — chat agent with tool router &amp; SQL builder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407822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36192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023360"/>
            <a:ext cx="35478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Google Gemini 2.5 Flash — intent detection &amp; text-to-SQL</a:t>
            </a:r>
          </a:p>
        </p:txBody>
      </p:sp>
      <p:sp>
        <p:nvSpPr>
          <p:cNvPr id="14" name="Oval 13"/>
          <p:cNvSpPr/>
          <p:nvPr/>
        </p:nvSpPr>
        <p:spPr>
          <a:xfrm>
            <a:off x="1280160" y="471830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36192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SQLite — auto-created per uploaded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0A0AE"/>
                </a:solidFill>
                <a:latin typeface="Calibri"/>
              </a:defRPr>
            </a:pPr>
            <a:r>
              <a:t>8 REST API endpoints  ·  2 tool types (data_query, data_stats)  ·  4 chart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Tech </a:t>
            </a:r>
            <a:r>
              <a:rPr lang="en-IN" sz="2400" dirty="0"/>
              <a:t>Stack</a:t>
            </a:r>
            <a:endParaRPr sz="2400" dirty="0"/>
          </a:p>
        </p:txBody>
      </p:sp>
      <p:sp>
        <p:nvSpPr>
          <p:cNvPr id="3" name="Rectangle 2"/>
          <p:cNvSpPr/>
          <p:nvPr/>
        </p:nvSpPr>
        <p:spPr>
          <a:xfrm>
            <a:off x="1280160" y="164592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810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AI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105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717180"/>
                </a:solidFill>
                <a:latin typeface="Calibri"/>
              </a:defRPr>
            </a:pPr>
            <a:r>
              <a:t>Google Gemini 2.5 Flash via LangChain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51460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679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717180"/>
                </a:solidFill>
                <a:latin typeface="Calibri"/>
              </a:defRPr>
            </a:pPr>
            <a:r>
              <a:t>Python 3.10+, FastAPI, Uvicorn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38328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547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547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717180"/>
                </a:solidFill>
                <a:latin typeface="Calibri"/>
              </a:defRPr>
            </a:pPr>
            <a:r>
              <a:t>SQLite — auto-created from uploaded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25196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416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4165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717180"/>
                </a:solidFill>
                <a:latin typeface="Calibri"/>
              </a:defRPr>
            </a:pPr>
            <a:r>
              <a:t>Pandas for ingestion, Pydantic for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12064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2852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717180"/>
                </a:solidFill>
                <a:latin typeface="Calibri"/>
              </a:defRPr>
            </a:pPr>
            <a:r>
              <a:t>Next.js 14, React 18, TypeScript, Tailwind 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598932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6153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153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717180"/>
                </a:solidFill>
                <a:latin typeface="Calibri"/>
              </a:defRPr>
            </a:pPr>
            <a:r>
              <a:t>Vega-Lite specs built server-side, rendered via vega-embed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6858000"/>
            <a:ext cx="91440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Key </a:t>
            </a:r>
            <a:r>
              <a:rPr lang="en-IN" sz="2400" dirty="0"/>
              <a:t>F</a:t>
            </a:r>
            <a:r>
              <a:rPr sz="2400" dirty="0" err="1"/>
              <a:t>eatures</a:t>
            </a:r>
            <a:endParaRPr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Calibri"/>
              </a:defRPr>
            </a:pPr>
            <a:r>
              <a:t>What makes it useful.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79806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2743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Dataset 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0906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Works with any CSV or Excel — no hardcoded schemas.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389534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Text-to-SQL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1879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Plain English converted to safe, parameterized SQL.</a:t>
            </a:r>
          </a:p>
        </p:txBody>
      </p:sp>
      <p:sp>
        <p:nvSpPr>
          <p:cNvPr id="10" name="Oval 9"/>
          <p:cNvSpPr/>
          <p:nvPr/>
        </p:nvSpPr>
        <p:spPr>
          <a:xfrm>
            <a:off x="1280160" y="499262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4937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Smart charting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852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Picks the right chart type from your question.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79806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Auto-generated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906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Column types, ranges, and samples detected on upload.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89534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Conversation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879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Chat history enables follow-up questions.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992624"/>
            <a:ext cx="109728" cy="109728"/>
          </a:xfrm>
          <a:prstGeom prst="ellipse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937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Dynamic suggestions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2852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UI suggests queries based on the dataset's actual columns.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sz="2400" dirty="0"/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Calibri"/>
              </a:defRPr>
            </a:pPr>
            <a:r>
              <a:t>Things you can ask.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651760"/>
            <a:ext cx="64008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1A1A2E"/>
                </a:solidFill>
                <a:latin typeface="Calibri"/>
              </a:defRPr>
            </a:pPr>
            <a:r>
              <a:t>"Show the top 10 records by salary"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52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336BF5"/>
                </a:solidFill>
                <a:latin typeface="Calibri"/>
              </a:defRPr>
            </a:pPr>
            <a:r>
              <a:t>Sorted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3337560"/>
            <a:ext cx="64008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1A1A2E"/>
                </a:solidFill>
                <a:latin typeface="Calibri"/>
              </a:defRPr>
            </a:pPr>
            <a:r>
              <a:t>"Find employees where department is Engineering"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38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336BF5"/>
                </a:solidFill>
                <a:latin typeface="Calibri"/>
              </a:defRPr>
            </a:pPr>
            <a:r>
              <a:t>Filtered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023360"/>
            <a:ext cx="64008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1A1A2E"/>
                </a:solidFill>
                <a:latin typeface="Calibri"/>
              </a:defRPr>
            </a:pPr>
            <a:r>
              <a:t>"Plot average age by city"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24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336BF5"/>
                </a:solidFill>
                <a:latin typeface="Calibri"/>
              </a:defRPr>
            </a:pPr>
            <a:r>
              <a:t>Bar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709160"/>
            <a:ext cx="64008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1A1A2E"/>
                </a:solidFill>
                <a:latin typeface="Calibri"/>
              </a:defRPr>
            </a:pPr>
            <a:r>
              <a:t>"Show count of records by status as pie chart"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336BF5"/>
                </a:solidFill>
                <a:latin typeface="Calibri"/>
              </a:defRPr>
            </a:pPr>
            <a:r>
              <a:t>Pie chart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5394960"/>
            <a:ext cx="64008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5577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1A1A2E"/>
                </a:solidFill>
                <a:latin typeface="Calibri"/>
              </a:defRPr>
            </a:pPr>
            <a:r>
              <a:t>"What columns are in this dataset?"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96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336BF5"/>
                </a:solidFill>
                <a:latin typeface="Calibri"/>
              </a:defRPr>
            </a:pPr>
            <a:r>
              <a:t>Schema info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6080760"/>
            <a:ext cx="6400800" cy="15240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2377440"/>
            <a:ext cx="5486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3337560"/>
            <a:ext cx="2286000" cy="15240"/>
          </a:xfrm>
          <a:prstGeom prst="rect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0" y="365760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A0A0A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Let's see it in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438912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 Upload a CSV (e.g., Heart Disease dataset)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75488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 Ask: "Show the top 5 records by age"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1206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 Ask: "Plot average cholesterol by chest pain type"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48640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A0AE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 Ask a follow-up question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82296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6BF5"/>
                </a:solidFill>
                <a:latin typeface="Calibri"/>
              </a:defRPr>
            </a:pPr>
            <a:r>
              <a:rPr lang="en-IN" sz="2400" dirty="0"/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Calibri"/>
              </a:defRPr>
            </a:pPr>
            <a:r>
              <a:t>Future improvements.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36BF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670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Multi-table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9992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Join across multiple uploaded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36BF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401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7307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Login, roles, and API key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36BF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133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Export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4622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Download charts as images, data as 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36BF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864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RAG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193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Query documents alongside structured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577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36BF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596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Calibri"/>
              </a:defRPr>
            </a:pPr>
            <a:r>
              <a:t>Cloud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9253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17180"/>
                </a:solidFill>
                <a:latin typeface="Calibri"/>
              </a:defRPr>
            </a:pPr>
            <a:r>
              <a:t>Dockerized deploy on AWS/GCP.</a:t>
            </a:r>
          </a:p>
        </p:txBody>
      </p:sp>
      <p:pic>
        <p:nvPicPr>
          <p:cNvPr id="19" name="Picture 18" descr="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945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Thank </a:t>
            </a:r>
            <a:r>
              <a:rPr lang="en-IN" dirty="0"/>
              <a:t>Y</a:t>
            </a:r>
            <a:r>
              <a:rPr dirty="0" err="1"/>
              <a:t>ou</a:t>
            </a:r>
            <a:r>
              <a:rPr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103120" cy="15240"/>
          </a:xfrm>
          <a:prstGeom prst="rect">
            <a:avLst/>
          </a:prstGeom>
          <a:solidFill>
            <a:srgbClr val="33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064" y="3398520"/>
            <a:ext cx="3931920" cy="3054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656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 KRISHNA PRASAD</cp:lastModifiedBy>
  <cp:revision>2</cp:revision>
  <dcterms:created xsi:type="dcterms:W3CDTF">2013-01-27T09:14:16Z</dcterms:created>
  <dcterms:modified xsi:type="dcterms:W3CDTF">2026-03-05T06:15:08Z</dcterms:modified>
  <cp:category/>
</cp:coreProperties>
</file>